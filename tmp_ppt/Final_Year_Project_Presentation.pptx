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Hybrid AI-Powered Library Management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Redefining the Reading Experience with Digital Integration and Artificial Intelligence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Presented by: Final Year Project Student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Department: Computer Science / IT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Bridges the gap between traditional and digital reading.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Integrated AI for analysis and support.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Real-time admin collaboration features.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Access barriers to global repositories.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Lack of interactive reading support.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Complexity in multi-admin management.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Low engagement in traditional catalogs.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Proposed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Unified Digital/Physical catalog.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AI Features: Analyzer, TTS, Virtual Librarian.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Scalable real-time support (Multi-admin Chat).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Integrated Stripe payments for fines/premium.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Tech Stack (Overview)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React.js &amp; Redux Toolkit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Node.js &amp; Express.js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MongoDB (Mongoose)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Socket.io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Cloudinary &amp; Stripe APIs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Tech Stack (AI &amp; Data)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Groq (Llama 3)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Google Gemini (Flash/Pro)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Compromise.js (NLP)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Project Gutenberg API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Decoupled React-Node architecture.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Backend proxy for Gutenberg content.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Real-time socket layer for messaging.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Structured MongoDB schema for persistence.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Core Feature: Digital Library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Direct integration with 70,000+ free eBooks.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Mirror failover system for 100% availability.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Optimized search and instant previews.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The Digital Reader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Advanced proxying for HTML/Text content.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Clean reading: Auto-removal of headers/footers.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Responsive typography (Serif/Georgia focus).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Iframe isolation for secure reading.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AI Story Analyzer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Deep analysis: Characters and Themes.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Relationship Mapping via proximity heuristics.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3-Layer Fallback: Groq -&gt; Gemini -&gt; Offline NLP.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Interactive Reading (TTS)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Text-to-Speech synchronization.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Real-time word highlighting.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Range-based DOM traversal for accuracy.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Librarian AI (Chatbot)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Context-aware library assistant.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Injects stock data for active recommendations.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Hybrid search (AI + Local Keywords).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Physical Library Management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Stock and availability tracking.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Automated due-date calculation.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Manual return Entry by admins.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Fine calculation logic.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Automated Fine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Daily fine tracking for overdue items.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Stripe integration for fine clearance.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Auto-expiry of borrow records.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Multi-Admin Chat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Shared inbox for unified support.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Real-time status synchronization.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Avatar support for team identity.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Admin Assignment &amp; Exclusivity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Auto-assignment on first reply.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Exclusivity logic to prevent double replies.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One-click 'Take Over' for seamless handoffs.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Database Design (User/Book)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User: Role-based (Admin/User), Borrows.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Book: Hybrid ISBN/GutenbergID structure.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Database Design (Borrow/Message)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Borrow: Links User-Book, tracking status.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Message: Content, Type (Img/Pdf), Read status.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Security Implementation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JWT Authentication (Http-only cookies).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Zod schema validation.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Role-based authorization middleware.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Bcrypt password hashing.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UI/UX Design Principles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Modern Glassmorphism aesthetics.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Mobile-first responsive layouts.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Smooth micro-animations/transitions.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Challenges &amp; Solutions (I)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Gutenberg CORS/Blocking -&gt; Backend Proxy.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Stale chat data -&gt; Global socket broadcasting.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Challenges &amp; Solutions (II)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High AI API costs -&gt; Fallback strategy.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HTML Highlight Sync -&gt; Recursive DOM traversal.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Deployment &amp; Scaling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Vercel (Frontend) / Render (Backend).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MongoDB Atlas for data persistence.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Cloudinary CDN for asset delivery.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Mobile App (Flutter/React Native).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OCR for physical book scanning.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Gamified Reading Badges.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Modern AI-Integrated library solution.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Scalable MERN enterprise app.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Robust real-time and payment features.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Questions?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Email: student@university.edu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2026-03-23T13:58:48Z</dcterms:created>
  <dcterms:modified xsi:type="dcterms:W3CDTF">2026-03-23T13:58:48Z</dcterms:modified>
</cp:coreProperties>
</file>